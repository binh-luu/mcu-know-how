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1148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KNOWLEDGE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Inter-Processor Communication (IPC)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TRAVEO™ T2G B-H-8M MCU  |  KIT_T2G-B-H_LITE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BinhLV13  •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IPC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6751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multiple processors/cores to exchange data and coordinate tasks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structured framework for reliable communication and sync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scalability, maintainability, and deterministic operation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locking to prevent race conditions and data corruption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event-driven notifications via interrupts to reduce overhead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handle commands, status, and data; interrupts signal events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28016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Document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KB covers the IPC of the 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TRAVEO™ T2G B-H-8M MCU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included in the 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KIT_T2G-B-H_LITE kit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30175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automotive, industrial, telecom &amp; embedded systems requiring multicore coordination and resource sharing.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Abbreviations and Acronyms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subsystem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Inter-processor communication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Shared-Memory Protection 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random-access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High-Performance Bus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Frequently Asked 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Subsystem (CPUSS)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6751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subsystem: dual 32-bit Arm® Cortex®-M7 cores at 350 MHz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one Cortex®-M0+ core at 100 MHz for peripheral/safety tasks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M7: 16 KB I-cache, 16 KB D-cache, 16 KB ITCM, 16 KB DTCM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on-chip: ~8.4 MB code flash and 1 MB SRAM (SRAM0/1/2)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AXI/AHB interconnect arbitrates shared resource access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semaphores via IPC enable exclusive resource access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28016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IPC-Related Hardware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hardware IPC channel registers (32 bytes each)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IPC interrupt registers per channel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SMPU: up to 16 protected shared-SRAM regions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SRAM0 retainable in low-power modes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 Mechanism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hardware uses two register structures: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Channel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communication and synchronization between processors using six hardware registers.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Interrupt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interrupt structure configures an interrupt line, triggerable by a 'notify' or 'release' event from any IPC channel.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 Channel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six hardware registers, accessible to all processors: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7830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the lock; SUCCESS = 1 means lock acquired (atomic operation)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15768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715768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IPC notify event; bits map to interrupt structures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4845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648456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write releases the channel; can trigger interrupt structures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81144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DATA0 / DATA1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4581144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32-bit registers for shared data or pointer to larger message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513832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LOCK_STATUS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551383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lock status: processor ID and protection context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 Interrupt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IPC interrupt structure can be triggered by a notify or release event from any IPC channel. Sources can be masked via the interrupt registers.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2402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status; 16 Notify + 16 Release event bits (max 16 channels). Write '1' clears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INTR_MASK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2004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interrupt sources; only enabled sources can trigger the interrupt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INTR_SET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1605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'1' sets the interrupt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120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INTR_MASKED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5120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of INTR and INTR_MASK; pending interrupts after masking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 Channels and Interrupts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IPC interrupt register structure corresponds to an interrupt 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 line can interrupt any processor in the system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routing for processors depends on device architecture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has release &amp; notify registers driving interrupt events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channel's events can trigger multiple interrupt structures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Locks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channels implement mutual exclusion for shared resources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acquire and release the channel to act as a lock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processor must acquire the channel before accessing the resource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acquisition = resource locked by another processor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does NOT enforce who acquires/releases the channel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must ensure the acquirer is also the releaser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Passing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(Processor A) → Receiver (Processor B), using channel lock + interrupts: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reads ACQUIRE until SUCCESS = 1 — gains channel ownership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writes message (up to 64 bits) into DATA0 / DATA1 registers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16382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sets bit in NOTIFY register — triggers interrupt on Receiver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877056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reads INTR_MASKED, identifies channel, reads DATA0/DATA1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5902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releases channel; may trigger release event on Sender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release interrupt, the sender may reacquire the channel or move to other tasks.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Larger Messages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data registers limit direct message size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messages: sender allocates structure in memory, passes pointer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code must implement synchronization of the message read process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stall channel until receiver fully reads — wastes bandwidth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receiver releases channel right after getting the pointer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via a flag — sender sets on write-complete, receiver clears on read-complete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IPC_STRUCTx_ACQUIRE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Configures and acquires the 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IPC_STRUCTx_RELEASE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Releases the 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IPC_STRUCTx_NOTIFY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notifications for interrupt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IPC_STRUCTx_DATA0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data element associated with IPC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IPC_STRUCTx_DATA1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data element associated with IPC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IPC_STRUCTx_LOCK_STATUS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of IPC (lock status, access mode,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IPC_INTR_STRUCTx_INTR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of the interrupts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IPC_INTR_STRUCTx_INTR_SET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sets the corresponding INTR 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IPC_INTR_STRUCTx_INTR_MASK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bit for corresponding INTR 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IPC_INTR_STRUCTx_INTR_MASKED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AND of INTR and INTR_MASK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and Debugging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Verification-IPC.xlsx for verification/debugging details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 message pipe using KIT_T2G-B-H_LITE kit (Fig. 8)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CM0+ is the primary CPU, responsible for system initialization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CM7_0 core calls cybsp_init() to initialize peripherals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CM7_0 force-releases lock via Cy_IPC_Drv_LockRelease, waits for CM0+ IPC server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CM7_0 sends notify interrupt → CM0+ performs LED ON/OFF, returns from ISR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3075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IPC channels/structures?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57800" y="13075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IPC channels and 8 interrupt structures, each with control, status, and data registers.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219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configure an IPC channel/interrupt?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2219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CPUSS_CMx_SYSTEM_INT_CTL register, enable NVIC interrupt, implement handler.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363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data synchronized between cores?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31363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semaphores ensure exclusive access; SMPU + IPC signaling protect shared memory.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7764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0507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overhead?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7800" y="40507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latency/overhead; most time spent in the interrupt handler, not the IPC transfer.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89204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9651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or conflicts?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57800" y="49651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semaphores prevent simultaneous access; software handles retry/timeout/config errors.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806440"/>
            <a:ext cx="457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587959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during low-power or reset?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57800" y="5879592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only when CPU subsystem is active; CM0+ initializes IPC before enabling CM7 cores.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&amp; Revision History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Documents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002-37237 Rev. *B, 2024-06-14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KIT_T2G-B-H_LITE TRAVEO™ T2G Body High Lite Kit user guide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002-24401 Rev. *H, 2024-09-03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TRAVEO™ T2G Automotive MCU body controller high architecture TRM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</a:t>
            </a:r>
            <a:endParaRPr lang="en-US" sz="18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7315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31-May-2026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Knowledge Base  |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provides </a:t>
            </a:r>
            <a:pPr indent="0" marL="0">
              <a:buNone/>
            </a:pPr>
            <a:r>
              <a:rPr lang="en-US" sz="1800" b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pPr indent="0" marL="0">
              <a:buNone/>
            </a:pPr>
            <a:r>
              <a:rPr lang="en-US" sz="18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(lock + data transfer) and </a:t>
            </a:r>
            <a:pPr indent="0" marL="0">
              <a:buNone/>
            </a:pPr>
            <a:r>
              <a:rPr lang="en-US" sz="1800" b="1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</a:t>
            </a:r>
            <a:pPr indent="0" marL="0">
              <a:buNone/>
            </a:pPr>
            <a:r>
              <a:rPr lang="en-US" sz="18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(event signaling) for safe, efficient multicore coordination.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04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TRAVEO™ T2G B-H-8M: dual Cortex-M7 (350 MHz) + Cortex-M0+ (100 MHz), up to 8 IPC channels/interrupts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26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ACQUIRE/RELEASE registers implement atomic hardware locks for shared resources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666744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478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DATA0/DATA1 carry 64-bit payloads directly, or pointers for larger messages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288536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16966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events trigger receiver interrupts; INTR_MASKED identifies the source channel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10328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79145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must enforce acquire/release symmetry — hardware does not restrict this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4132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TRM (002-24401) and kit guide (002-37237) for full register details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Inter-Processor Communication (IPC)</dc:title>
  <dc:subject>PptxGenJS Presentation</dc:subject>
  <dc:creator>BinhLV13</dc:creator>
  <cp:lastModifiedBy>BinhLV13</cp:lastModifiedBy>
  <cp:revision>1</cp:revision>
  <dcterms:created xsi:type="dcterms:W3CDTF">2026-06-13T09:37:44Z</dcterms:created>
  <dcterms:modified xsi:type="dcterms:W3CDTF">2026-06-13T09:37:44Z</dcterms:modified>
</cp:coreProperties>
</file>