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KNOWLEDGE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Free-Run Timer and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Timer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two fundamental MCU timer operating modes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603504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BinhLV13  |  October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are among the most essential peripherals in embedded systems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as the system's precise hardware clocking mechanism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run asynchronously, separate from the main CPU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consume minimal processing time while keeping accurate 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MCUs integrate multiple configurable timer modules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operational modes: Free-Run Timer and Periodic Timer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78040" y="1417320"/>
            <a:ext cx="457200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kb/img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554480"/>
            <a:ext cx="4297680" cy="2523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5669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Types of Processing that Utilize a Timer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Abbreviations and Acronyms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737360"/>
          <a:ext cx="941832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6492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 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Auto-Reload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Operating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Analog-to-Digital Converter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 Width Modulation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Free-Run Timer: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a free-running counter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timer peripheral on the MCU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started, it counts up continuously from zero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until it reaches its maximum value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overflows (resets to zero) and continues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with no stop condition or reload value, unlike a periodic timer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78040" y="1600200"/>
            <a:ext cx="45720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kb/img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37360"/>
            <a:ext cx="4297680" cy="21948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Free-run timer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Free-Run Timer: Key Characteristics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309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Counting: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clock cycles from its time base without interruption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over to 0 at max value (e.g., 2^16-1 for a 16-bit timer); can trigger an interrupt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Reference: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high-resolution, continuously running clock/timestamp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0624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kb/img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4949" y="1554480"/>
            <a:ext cx="3698183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0" y="5943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Free-run counter loop (ends when timer stopped)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4297680"/>
            <a:ext cx="6309360" cy="1645920"/>
          </a:xfrm>
          <a:prstGeom prst="roundRect">
            <a:avLst>
              <a:gd name="adj" fmla="val 4444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44348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counter reaches its maximum value, it rolls over to 0 and continues counting — this overflow can optionally trigger an interrupt.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Free-Run Timer: Common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measuring elapsed time and synchronization tasks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Elapsed 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counter value at start and end of an event to calculate elapsed time, even across overflows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194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13055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Capture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external edge events, the timer's value is captured into a register for precise frequency/pulse width measurement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343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7939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Non-Periodic Delays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waits for the counter to reach a target value to create precise, one-off delays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343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27939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Timeouts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470916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reliable counter to check whether an operation has exceeded its allotted time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Timer: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peripheral configured to execute an action or trigger an interrupt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precise, regular time intervals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mode for general-purpose timing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reliable heartbeat for the MCU's time-based operations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78040" y="1600200"/>
            <a:ext cx="45720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kb/img/image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37360"/>
            <a:ext cx="4297680" cy="2091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Periodic timer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Timer: Key Characteristics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counter and a compare/period register: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Configuration: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clock passes through a prescaler (frequency divider) that sets the timer resolution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Setup: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writes a specific value, the period or ARR, into a dedicated register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and Reset: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for time period T, ending when the timer is stopped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repeats automatically and precisely, producing a continuous stream of events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1417320"/>
            <a:ext cx="420624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kb/img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554480"/>
            <a:ext cx="3931920" cy="3089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5943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Periodic counter loop (ends when timer stopped)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Timer: Common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for functions that must run reliably and on time, independent of program execution speed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 (RTOS Tick)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tick interrupt for an RTOS, letting the OS switch between software tasks at fixed intervals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triggers other peripherals, such as an ADC, to sample sensor data at a fixed rate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574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30175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update displays, blink status LEDs, or check input states at regular intervals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789920" cy="448056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448056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Free-Run Timer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Timer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Elapsed Time (Timestamping)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Regular Events (Time-based)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continuously from 0 to max (e.g., 2^16-1), then overflows back to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up to a user-defined Period/Compare value, then resets to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/ Reload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Resets only on a full overflow or explicit software reset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Resets automatically upon Compare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Event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interrupt or Input Capture snapshot of current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Match interrupt at a precise, short interval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— fixed by the full timer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and accurate, set by the user's 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(CONT.)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Comparison: Key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Free-Run Timer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Timestamping events (Input Capture)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arbitrary pulse widths or time intervals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8745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Timer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Tick (system heartbeat)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interrupts for task scheduling, e.g. sampling sensors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PWM signals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Verification-Freerun-and-Periodic-Timer.xlsx — verification and debugging details for both timer modes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kit with STM32F407VG MCU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code: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STM32F407G-DISC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26680" y="1234440"/>
            <a:ext cx="384048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kb/img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7354" y="1371600"/>
            <a:ext cx="2919132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26680" y="6126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STM32F407G-DISC1 kit (picture not contractual)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10332720" cy="420624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786384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UM1472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kit with STM32F407VG MCU user 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RM0090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STM32F405/415, 407/417, 427/437 and 429/439 advanced Arm-based 32-bit MCUs reference 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DS8626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Datasheet for STM32F405xx and STM32F407xx microcontroller 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AN4013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note: introduction to timers for STM32F4 series MCUs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UM1725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manual: STM32F4 HAL and low-layer drivers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 History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737360"/>
          <a:ext cx="9418320" cy="109728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22-Oct-2025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release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488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Free-Run Timer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continuously to max value, then overflows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measuring elapsed time and Input Capture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event time, fixed by full timer size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1488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E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Timer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75120" y="274320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to a user-set Period (ARR), then resets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RTOS ticks, ADC sampling, PWM, status updates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accurate event time set by the user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BinhLV13, October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Free-run Timer and Periodic Timer</dc:title>
  <dc:subject>PptxGenJS Presentation</dc:subject>
  <dc:creator>BinhLV13</dc:creator>
  <cp:lastModifiedBy>BinhLV13</cp:lastModifiedBy>
  <cp:revision>1</cp:revision>
  <dcterms:created xsi:type="dcterms:W3CDTF">2026-06-13T09:31:25Z</dcterms:created>
  <dcterms:modified xsi:type="dcterms:W3CDTF">2026-06-13T09:31:25Z</dcterms:modified>
</cp:coreProperties>
</file>